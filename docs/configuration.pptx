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62" r:id="rId2"/>
    <p:sldId id="263" r:id="rId3"/>
    <p:sldId id="264" r:id="rId4"/>
    <p:sldId id="261" r:id="rId5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9A9C"/>
    <a:srgbClr val="808285"/>
    <a:srgbClr val="F36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67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39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50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42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47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07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5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62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06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3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34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3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96AC0-2825-436D-849D-ADB2AD3BA1F8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E02E6-EF93-4417-8E2B-343D7F8261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41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8A22F92-46D5-B60E-9690-379BF45F9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20" y="35044"/>
            <a:ext cx="4175760" cy="687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64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88915A3-752F-CA31-87FB-036641A34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458"/>
            <a:ext cx="9144000" cy="583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1FC149A-5205-457C-BA82-2BAFE494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520"/>
            <a:ext cx="9144000" cy="32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3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2AFC93-8686-0E1F-8DAF-9BAA5198BE21}"/>
              </a:ext>
            </a:extLst>
          </p:cNvPr>
          <p:cNvSpPr/>
          <p:nvPr/>
        </p:nvSpPr>
        <p:spPr>
          <a:xfrm>
            <a:off x="3611048" y="1274941"/>
            <a:ext cx="2296693" cy="3499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DFE26FA1-CEB5-B696-1754-E62B1C70830A}"/>
              </a:ext>
            </a:extLst>
          </p:cNvPr>
          <p:cNvCxnSpPr>
            <a:cxnSpLocks/>
          </p:cNvCxnSpPr>
          <p:nvPr/>
        </p:nvCxnSpPr>
        <p:spPr>
          <a:xfrm>
            <a:off x="5103783" y="1274941"/>
            <a:ext cx="0" cy="34992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04875B-5D45-2F23-FF55-DCD9D4C95AF7}"/>
              </a:ext>
            </a:extLst>
          </p:cNvPr>
          <p:cNvSpPr txBox="1"/>
          <p:nvPr/>
        </p:nvSpPr>
        <p:spPr>
          <a:xfrm>
            <a:off x="4762434" y="1288946"/>
            <a:ext cx="341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A</a:t>
            </a:r>
            <a:endParaRPr lang="ja-JP" altLang="en-US" sz="1400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81943886-73C5-C5A7-5F05-749F59208C67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6107007" y="1122290"/>
            <a:ext cx="1" cy="67863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697B7-D1FA-1C95-2CBC-41E126871ED5}"/>
              </a:ext>
            </a:extLst>
          </p:cNvPr>
          <p:cNvSpPr/>
          <p:nvPr/>
        </p:nvSpPr>
        <p:spPr>
          <a:xfrm>
            <a:off x="8001002" y="1110582"/>
            <a:ext cx="215897" cy="6824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0307BDC-7DA1-063E-20D6-CC5DD340D683}"/>
              </a:ext>
            </a:extLst>
          </p:cNvPr>
          <p:cNvCxnSpPr>
            <a:cxnSpLocks/>
          </p:cNvCxnSpPr>
          <p:nvPr/>
        </p:nvCxnSpPr>
        <p:spPr>
          <a:xfrm>
            <a:off x="5644370" y="732616"/>
            <a:ext cx="278648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64FEB9-8359-428A-A536-7D8B909CA94C}"/>
              </a:ext>
            </a:extLst>
          </p:cNvPr>
          <p:cNvSpPr/>
          <p:nvPr/>
        </p:nvSpPr>
        <p:spPr>
          <a:xfrm>
            <a:off x="8216899" y="1179621"/>
            <a:ext cx="311149" cy="55392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円: 塗りつぶしなし 8">
            <a:extLst>
              <a:ext uri="{FF2B5EF4-FFF2-40B4-BE49-F238E27FC236}">
                <a16:creationId xmlns:a16="http://schemas.microsoft.com/office/drawing/2014/main" id="{F1027D82-791C-AC12-5F3D-25D2B6DCB9A2}"/>
              </a:ext>
            </a:extLst>
          </p:cNvPr>
          <p:cNvSpPr/>
          <p:nvPr/>
        </p:nvSpPr>
        <p:spPr>
          <a:xfrm>
            <a:off x="8496298" y="1135290"/>
            <a:ext cx="609600" cy="609600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円: 塗りつぶしなし 9">
            <a:extLst>
              <a:ext uri="{FF2B5EF4-FFF2-40B4-BE49-F238E27FC236}">
                <a16:creationId xmlns:a16="http://schemas.microsoft.com/office/drawing/2014/main" id="{5755AEEB-51BD-7195-754E-7AE491DF28A2}"/>
              </a:ext>
            </a:extLst>
          </p:cNvPr>
          <p:cNvSpPr/>
          <p:nvPr/>
        </p:nvSpPr>
        <p:spPr>
          <a:xfrm>
            <a:off x="2995831" y="1123950"/>
            <a:ext cx="609600" cy="609600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FC3E6AB-91D4-0830-D49F-315EE73B8706}"/>
              </a:ext>
            </a:extLst>
          </p:cNvPr>
          <p:cNvCxnSpPr>
            <a:cxnSpLocks/>
          </p:cNvCxnSpPr>
          <p:nvPr/>
        </p:nvCxnSpPr>
        <p:spPr>
          <a:xfrm flipV="1">
            <a:off x="8216899" y="946150"/>
            <a:ext cx="0" cy="1466850"/>
          </a:xfrm>
          <a:prstGeom prst="line">
            <a:avLst/>
          </a:prstGeom>
          <a:ln w="25400">
            <a:noFill/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AF73B20-93CB-3DEE-F52B-3EA4E5115A46}"/>
              </a:ext>
            </a:extLst>
          </p:cNvPr>
          <p:cNvCxnSpPr>
            <a:cxnSpLocks/>
          </p:cNvCxnSpPr>
          <p:nvPr/>
        </p:nvCxnSpPr>
        <p:spPr>
          <a:xfrm flipV="1">
            <a:off x="3606178" y="798693"/>
            <a:ext cx="0" cy="1678366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C5F9893-D8DA-E399-0AAE-DB180A46FA1A}"/>
              </a:ext>
            </a:extLst>
          </p:cNvPr>
          <p:cNvCxnSpPr>
            <a:cxnSpLocks/>
          </p:cNvCxnSpPr>
          <p:nvPr/>
        </p:nvCxnSpPr>
        <p:spPr>
          <a:xfrm flipV="1">
            <a:off x="3796970" y="820918"/>
            <a:ext cx="0" cy="1656141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26DBC1A-F9B5-F22B-1DC0-86425B43CF31}"/>
              </a:ext>
            </a:extLst>
          </p:cNvPr>
          <p:cNvCxnSpPr>
            <a:cxnSpLocks/>
          </p:cNvCxnSpPr>
          <p:nvPr/>
        </p:nvCxnSpPr>
        <p:spPr>
          <a:xfrm>
            <a:off x="3818459" y="2386869"/>
            <a:ext cx="2049847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1E55732-8503-ED2F-1B4E-696CC3EE5EA4}"/>
              </a:ext>
            </a:extLst>
          </p:cNvPr>
          <p:cNvSpPr txBox="1"/>
          <p:nvPr/>
        </p:nvSpPr>
        <p:spPr>
          <a:xfrm>
            <a:off x="4543669" y="2152385"/>
            <a:ext cx="24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E</a:t>
            </a:r>
            <a:endParaRPr lang="ja-JP" altLang="en-US" sz="1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C5A814-BAE4-F529-91A1-038A9B635141}"/>
              </a:ext>
            </a:extLst>
          </p:cNvPr>
          <p:cNvSpPr txBox="1"/>
          <p:nvPr/>
        </p:nvSpPr>
        <p:spPr>
          <a:xfrm>
            <a:off x="5926742" y="1908181"/>
            <a:ext cx="327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G</a:t>
            </a:r>
            <a:endParaRPr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2FC8B8-4782-39F4-4D0A-A8581A154EE8}"/>
              </a:ext>
            </a:extLst>
          </p:cNvPr>
          <p:cNvSpPr/>
          <p:nvPr/>
        </p:nvSpPr>
        <p:spPr>
          <a:xfrm>
            <a:off x="5644371" y="1017930"/>
            <a:ext cx="2572528" cy="92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63B921C-045E-CA68-BAF8-FFA64CCA8CFF}"/>
              </a:ext>
            </a:extLst>
          </p:cNvPr>
          <p:cNvSpPr/>
          <p:nvPr/>
        </p:nvSpPr>
        <p:spPr>
          <a:xfrm>
            <a:off x="5644371" y="1792996"/>
            <a:ext cx="2572528" cy="97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EA9221E-0363-632A-DCEE-F374F64960D6}"/>
              </a:ext>
            </a:extLst>
          </p:cNvPr>
          <p:cNvSpPr/>
          <p:nvPr/>
        </p:nvSpPr>
        <p:spPr>
          <a:xfrm>
            <a:off x="5900235" y="1102770"/>
            <a:ext cx="413545" cy="698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6920621-5B8C-2128-6D1A-1D72A574FA02}"/>
              </a:ext>
            </a:extLst>
          </p:cNvPr>
          <p:cNvSpPr txBox="1"/>
          <p:nvPr/>
        </p:nvSpPr>
        <p:spPr>
          <a:xfrm>
            <a:off x="6685749" y="1305770"/>
            <a:ext cx="575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B</a:t>
            </a:r>
            <a:endParaRPr lang="ja-JP" altLang="en-US" sz="1400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EF38F309-7085-DD66-2037-BCC59891B7ED}"/>
              </a:ext>
            </a:extLst>
          </p:cNvPr>
          <p:cNvCxnSpPr>
            <a:cxnSpLocks/>
          </p:cNvCxnSpPr>
          <p:nvPr/>
        </p:nvCxnSpPr>
        <p:spPr>
          <a:xfrm flipH="1" flipV="1">
            <a:off x="6304103" y="873125"/>
            <a:ext cx="9677" cy="1149777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7E95816-8AD6-7147-6D5B-7D54BF36C020}"/>
              </a:ext>
            </a:extLst>
          </p:cNvPr>
          <p:cNvCxnSpPr>
            <a:cxnSpLocks/>
          </p:cNvCxnSpPr>
          <p:nvPr/>
        </p:nvCxnSpPr>
        <p:spPr>
          <a:xfrm flipV="1">
            <a:off x="6745183" y="1110580"/>
            <a:ext cx="0" cy="69815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C331125-47AB-3D49-A3FF-A9B3B7B437CE}"/>
              </a:ext>
            </a:extLst>
          </p:cNvPr>
          <p:cNvSpPr/>
          <p:nvPr/>
        </p:nvSpPr>
        <p:spPr>
          <a:xfrm>
            <a:off x="6310663" y="1264471"/>
            <a:ext cx="75743" cy="3603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4E39C2B-6FB3-BD52-A899-580FBD58E7B1}"/>
              </a:ext>
            </a:extLst>
          </p:cNvPr>
          <p:cNvSpPr txBox="1"/>
          <p:nvPr/>
        </p:nvSpPr>
        <p:spPr>
          <a:xfrm>
            <a:off x="3576479" y="2040909"/>
            <a:ext cx="306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D</a:t>
            </a:r>
            <a:endParaRPr lang="ja-JP" altLang="en-US" sz="1400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07020F0-90AD-2BE7-49ED-FCBA3D1A5CD4}"/>
              </a:ext>
            </a:extLst>
          </p:cNvPr>
          <p:cNvCxnSpPr>
            <a:cxnSpLocks/>
          </p:cNvCxnSpPr>
          <p:nvPr/>
        </p:nvCxnSpPr>
        <p:spPr>
          <a:xfrm>
            <a:off x="3605431" y="2386869"/>
            <a:ext cx="214094" cy="736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66241B2-3C73-43E0-72EF-FF6F23D3C5B3}"/>
              </a:ext>
            </a:extLst>
          </p:cNvPr>
          <p:cNvSpPr txBox="1"/>
          <p:nvPr/>
        </p:nvSpPr>
        <p:spPr>
          <a:xfrm>
            <a:off x="5666032" y="401041"/>
            <a:ext cx="354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F</a:t>
            </a:r>
            <a:endParaRPr lang="ja-JP" altLang="en-US" sz="14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801F0F9-9988-6219-C009-EBCC4E3246D6}"/>
              </a:ext>
            </a:extLst>
          </p:cNvPr>
          <p:cNvCxnSpPr>
            <a:cxnSpLocks/>
          </p:cNvCxnSpPr>
          <p:nvPr/>
        </p:nvCxnSpPr>
        <p:spPr>
          <a:xfrm flipH="1" flipV="1">
            <a:off x="6391402" y="873125"/>
            <a:ext cx="9677" cy="1149777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5125D51E-EFAA-1823-A5E2-D8BE5D63BC0B}"/>
              </a:ext>
            </a:extLst>
          </p:cNvPr>
          <p:cNvCxnSpPr>
            <a:cxnSpLocks/>
          </p:cNvCxnSpPr>
          <p:nvPr/>
        </p:nvCxnSpPr>
        <p:spPr>
          <a:xfrm flipH="1">
            <a:off x="6386406" y="1966630"/>
            <a:ext cx="274277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B0D6FB3-E3C7-7460-C46D-28CAC66AE94C}"/>
              </a:ext>
            </a:extLst>
          </p:cNvPr>
          <p:cNvCxnSpPr>
            <a:cxnSpLocks/>
          </p:cNvCxnSpPr>
          <p:nvPr/>
        </p:nvCxnSpPr>
        <p:spPr>
          <a:xfrm flipH="1">
            <a:off x="6258260" y="1966630"/>
            <a:ext cx="274277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AAAA953-7166-DBFF-2C94-E3F0BB1B9F95}"/>
              </a:ext>
            </a:extLst>
          </p:cNvPr>
          <p:cNvCxnSpPr>
            <a:cxnSpLocks/>
          </p:cNvCxnSpPr>
          <p:nvPr/>
        </p:nvCxnSpPr>
        <p:spPr>
          <a:xfrm flipH="1">
            <a:off x="5845667" y="1967935"/>
            <a:ext cx="439777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95DD749-05DE-122B-7C75-54B5A72780E4}"/>
              </a:ext>
            </a:extLst>
          </p:cNvPr>
          <p:cNvSpPr txBox="1"/>
          <p:nvPr/>
        </p:nvSpPr>
        <p:spPr>
          <a:xfrm>
            <a:off x="6207522" y="2013818"/>
            <a:ext cx="325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H</a:t>
            </a:r>
            <a:endParaRPr lang="ja-JP" altLang="en-US" sz="1400" dirty="0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A461D5EA-8180-2221-BC2D-0DF2ADF3FD7A}"/>
              </a:ext>
            </a:extLst>
          </p:cNvPr>
          <p:cNvCxnSpPr>
            <a:cxnSpLocks/>
          </p:cNvCxnSpPr>
          <p:nvPr/>
        </p:nvCxnSpPr>
        <p:spPr>
          <a:xfrm flipV="1">
            <a:off x="7990051" y="400050"/>
            <a:ext cx="0" cy="2077009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E563D96-49FF-ADE4-8DD6-0BDF683A011C}"/>
              </a:ext>
            </a:extLst>
          </p:cNvPr>
          <p:cNvSpPr/>
          <p:nvPr/>
        </p:nvSpPr>
        <p:spPr>
          <a:xfrm>
            <a:off x="5221885" y="4747860"/>
            <a:ext cx="2296693" cy="3499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259788C-8A89-1404-3CF3-77A709FFFF13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7727374" y="4595209"/>
            <a:ext cx="0" cy="678638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7B538D8-FA8B-CC0D-883F-DC3E32BFC765}"/>
              </a:ext>
            </a:extLst>
          </p:cNvPr>
          <p:cNvSpPr/>
          <p:nvPr/>
        </p:nvSpPr>
        <p:spPr>
          <a:xfrm>
            <a:off x="8021137" y="4583501"/>
            <a:ext cx="215897" cy="6937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94D54F9-A14A-B162-C5FE-7E91839FC50E}"/>
              </a:ext>
            </a:extLst>
          </p:cNvPr>
          <p:cNvSpPr/>
          <p:nvPr/>
        </p:nvSpPr>
        <p:spPr>
          <a:xfrm>
            <a:off x="8237034" y="4652540"/>
            <a:ext cx="311149" cy="55392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円: 塗りつぶしなし 37">
            <a:extLst>
              <a:ext uri="{FF2B5EF4-FFF2-40B4-BE49-F238E27FC236}">
                <a16:creationId xmlns:a16="http://schemas.microsoft.com/office/drawing/2014/main" id="{99E150F9-8B73-D1AA-E437-1F1E5D0BDC05}"/>
              </a:ext>
            </a:extLst>
          </p:cNvPr>
          <p:cNvSpPr/>
          <p:nvPr/>
        </p:nvSpPr>
        <p:spPr>
          <a:xfrm>
            <a:off x="8516433" y="4608209"/>
            <a:ext cx="609600" cy="609600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9" name="円: 塗りつぶしなし 38">
            <a:extLst>
              <a:ext uri="{FF2B5EF4-FFF2-40B4-BE49-F238E27FC236}">
                <a16:creationId xmlns:a16="http://schemas.microsoft.com/office/drawing/2014/main" id="{533A374F-3A68-99FD-5D73-75E4CB5A016C}"/>
              </a:ext>
            </a:extLst>
          </p:cNvPr>
          <p:cNvSpPr/>
          <p:nvPr/>
        </p:nvSpPr>
        <p:spPr>
          <a:xfrm>
            <a:off x="4606669" y="4609569"/>
            <a:ext cx="609600" cy="609600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704F3A3-4E5E-E62B-3A8B-D092DEADC226}"/>
              </a:ext>
            </a:extLst>
          </p:cNvPr>
          <p:cNvCxnSpPr>
            <a:cxnSpLocks/>
          </p:cNvCxnSpPr>
          <p:nvPr/>
        </p:nvCxnSpPr>
        <p:spPr>
          <a:xfrm flipV="1">
            <a:off x="8237034" y="4419069"/>
            <a:ext cx="0" cy="1466850"/>
          </a:xfrm>
          <a:prstGeom prst="line">
            <a:avLst/>
          </a:prstGeom>
          <a:ln w="25400">
            <a:noFill/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2E6B82E-5455-104E-BD39-916FC50316A0}"/>
              </a:ext>
            </a:extLst>
          </p:cNvPr>
          <p:cNvSpPr/>
          <p:nvPr/>
        </p:nvSpPr>
        <p:spPr>
          <a:xfrm>
            <a:off x="5663037" y="4587124"/>
            <a:ext cx="251861" cy="832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69B72B9-0931-182E-EF10-2EAB7DEEA06D}"/>
              </a:ext>
            </a:extLst>
          </p:cNvPr>
          <p:cNvSpPr/>
          <p:nvPr/>
        </p:nvSpPr>
        <p:spPr>
          <a:xfrm>
            <a:off x="5644370" y="5181992"/>
            <a:ext cx="246721" cy="952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717E535-8DEF-07FB-5DD3-FBA6E7B5FFBC}"/>
              </a:ext>
            </a:extLst>
          </p:cNvPr>
          <p:cNvCxnSpPr>
            <a:cxnSpLocks/>
          </p:cNvCxnSpPr>
          <p:nvPr/>
        </p:nvCxnSpPr>
        <p:spPr>
          <a:xfrm flipV="1">
            <a:off x="4917605" y="3865185"/>
            <a:ext cx="0" cy="2028854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F048114-0822-D456-1F4C-43ED3705D7A1}"/>
              </a:ext>
            </a:extLst>
          </p:cNvPr>
          <p:cNvSpPr/>
          <p:nvPr/>
        </p:nvSpPr>
        <p:spPr>
          <a:xfrm>
            <a:off x="5674902" y="4490848"/>
            <a:ext cx="2562131" cy="1168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5DDF2AA-6A60-49DB-7CC4-CA85E99CAF30}"/>
              </a:ext>
            </a:extLst>
          </p:cNvPr>
          <p:cNvSpPr/>
          <p:nvPr/>
        </p:nvSpPr>
        <p:spPr>
          <a:xfrm>
            <a:off x="5674902" y="5270678"/>
            <a:ext cx="2562131" cy="952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D3ACD03-C13B-3EE4-F31E-AD335461F060}"/>
              </a:ext>
            </a:extLst>
          </p:cNvPr>
          <p:cNvSpPr/>
          <p:nvPr/>
        </p:nvSpPr>
        <p:spPr>
          <a:xfrm>
            <a:off x="7520602" y="4595209"/>
            <a:ext cx="413545" cy="6786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CC105D6-9D78-90BE-78E3-C4D82AEBBAF7}"/>
              </a:ext>
            </a:extLst>
          </p:cNvPr>
          <p:cNvSpPr/>
          <p:nvPr/>
        </p:nvSpPr>
        <p:spPr>
          <a:xfrm>
            <a:off x="5423041" y="4490848"/>
            <a:ext cx="251861" cy="2541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8C217EC-A3EC-8B29-B5C1-6C941AFEB124}"/>
              </a:ext>
            </a:extLst>
          </p:cNvPr>
          <p:cNvSpPr/>
          <p:nvPr/>
        </p:nvSpPr>
        <p:spPr>
          <a:xfrm>
            <a:off x="5428124" y="5103508"/>
            <a:ext cx="251861" cy="27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41AB9BBD-C91D-C337-4002-BB43B2BEAA12}"/>
              </a:ext>
            </a:extLst>
          </p:cNvPr>
          <p:cNvSpPr/>
          <p:nvPr/>
        </p:nvSpPr>
        <p:spPr>
          <a:xfrm>
            <a:off x="7931030" y="4737390"/>
            <a:ext cx="75743" cy="3603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4B72E35-F92B-D05A-A678-FA69ED344B75}"/>
              </a:ext>
            </a:extLst>
          </p:cNvPr>
          <p:cNvCxnSpPr>
            <a:cxnSpLocks/>
          </p:cNvCxnSpPr>
          <p:nvPr/>
        </p:nvCxnSpPr>
        <p:spPr>
          <a:xfrm flipH="1" flipV="1">
            <a:off x="7532942" y="4505279"/>
            <a:ext cx="6139" cy="1294430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A38D544E-55ED-C3FB-6484-AFE69F27FCEC}"/>
              </a:ext>
            </a:extLst>
          </p:cNvPr>
          <p:cNvCxnSpPr>
            <a:cxnSpLocks/>
          </p:cNvCxnSpPr>
          <p:nvPr/>
        </p:nvCxnSpPr>
        <p:spPr>
          <a:xfrm>
            <a:off x="4908474" y="5755268"/>
            <a:ext cx="2598096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59FB14E-17A1-94DF-8F3D-5159EFA1347E}"/>
              </a:ext>
            </a:extLst>
          </p:cNvPr>
          <p:cNvSpPr/>
          <p:nvPr/>
        </p:nvSpPr>
        <p:spPr>
          <a:xfrm>
            <a:off x="5666773" y="1111913"/>
            <a:ext cx="251861" cy="832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F1FE95D-7763-A2D5-A511-11F0192D769B}"/>
              </a:ext>
            </a:extLst>
          </p:cNvPr>
          <p:cNvSpPr/>
          <p:nvPr/>
        </p:nvSpPr>
        <p:spPr>
          <a:xfrm>
            <a:off x="5648106" y="1706781"/>
            <a:ext cx="246721" cy="952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29EA4CB-9133-9DDA-D998-566B049DA6BA}"/>
              </a:ext>
            </a:extLst>
          </p:cNvPr>
          <p:cNvSpPr/>
          <p:nvPr/>
        </p:nvSpPr>
        <p:spPr>
          <a:xfrm>
            <a:off x="5426777" y="1015637"/>
            <a:ext cx="251861" cy="2541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A3F5054-2950-ADEF-685E-95FC972DD349}"/>
              </a:ext>
            </a:extLst>
          </p:cNvPr>
          <p:cNvSpPr/>
          <p:nvPr/>
        </p:nvSpPr>
        <p:spPr>
          <a:xfrm>
            <a:off x="5431860" y="1628297"/>
            <a:ext cx="251861" cy="27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4D3B6059-82D0-6CE6-EA04-457FD5C8755A}"/>
              </a:ext>
            </a:extLst>
          </p:cNvPr>
          <p:cNvCxnSpPr>
            <a:cxnSpLocks/>
          </p:cNvCxnSpPr>
          <p:nvPr/>
        </p:nvCxnSpPr>
        <p:spPr>
          <a:xfrm flipV="1">
            <a:off x="5665814" y="446778"/>
            <a:ext cx="0" cy="1748019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03456220-8CE0-4F68-49B8-B421D1914093}"/>
              </a:ext>
            </a:extLst>
          </p:cNvPr>
          <p:cNvCxnSpPr>
            <a:cxnSpLocks/>
          </p:cNvCxnSpPr>
          <p:nvPr/>
        </p:nvCxnSpPr>
        <p:spPr>
          <a:xfrm flipV="1">
            <a:off x="5900715" y="439753"/>
            <a:ext cx="0" cy="2354199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表 63">
            <a:extLst>
              <a:ext uri="{FF2B5EF4-FFF2-40B4-BE49-F238E27FC236}">
                <a16:creationId xmlns:a16="http://schemas.microsoft.com/office/drawing/2014/main" id="{865ED480-2DC1-8CF1-83AC-AF746FAC0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42104"/>
              </p:ext>
            </p:extLst>
          </p:nvPr>
        </p:nvGraphicFramePr>
        <p:xfrm>
          <a:off x="244814" y="3170440"/>
          <a:ext cx="3848100" cy="3095625"/>
        </p:xfrm>
        <a:graphic>
          <a:graphicData uri="http://schemas.openxmlformats.org/drawingml/2006/table">
            <a:tbl>
              <a:tblPr/>
              <a:tblGrid>
                <a:gridCol w="1790700">
                  <a:extLst>
                    <a:ext uri="{9D8B030D-6E8A-4147-A177-3AD203B41FA5}">
                      <a16:colId xmlns:a16="http://schemas.microsoft.com/office/drawing/2014/main" val="368962371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7991171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836299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15124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ブーム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アーム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バケット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1952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A: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ロッド径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91973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B: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内径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245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C: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ロッドアイ半径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+mn-ea"/>
                        </a:rPr>
                        <a:t>100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82355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露出部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4906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E: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格納ロッド長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1640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23304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F: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油圧室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3896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G: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ピストン長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7916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H: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ピストン先端長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lang="en-US" altLang="ja-JP" sz="1100" dirty="0"/>
                        <a:t>Must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92078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0939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J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1630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518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98326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L: 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ストローク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954880"/>
                  </a:ext>
                </a:extLst>
              </a:tr>
            </a:tbl>
          </a:graphicData>
        </a:graphic>
      </p:graphicFrame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F3A9331-6BFC-703D-6DDF-E93E571B0C85}"/>
              </a:ext>
            </a:extLst>
          </p:cNvPr>
          <p:cNvCxnSpPr>
            <a:cxnSpLocks/>
          </p:cNvCxnSpPr>
          <p:nvPr/>
        </p:nvCxnSpPr>
        <p:spPr>
          <a:xfrm flipV="1">
            <a:off x="3300631" y="739531"/>
            <a:ext cx="0" cy="1941332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3097EF2A-0592-248C-9CAC-0AEF05CD6355}"/>
              </a:ext>
            </a:extLst>
          </p:cNvPr>
          <p:cNvCxnSpPr>
            <a:cxnSpLocks/>
          </p:cNvCxnSpPr>
          <p:nvPr/>
        </p:nvCxnSpPr>
        <p:spPr>
          <a:xfrm>
            <a:off x="3293606" y="2386868"/>
            <a:ext cx="308881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B6D22C09-B9E4-8BB2-2B2E-51DFC81F88E2}"/>
              </a:ext>
            </a:extLst>
          </p:cNvPr>
          <p:cNvSpPr txBox="1"/>
          <p:nvPr/>
        </p:nvSpPr>
        <p:spPr>
          <a:xfrm>
            <a:off x="3291749" y="2049556"/>
            <a:ext cx="306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</a:t>
            </a:r>
            <a:endParaRPr lang="ja-JP" altLang="en-US" sz="1400" dirty="0"/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E2DB2A4D-1021-665A-9C0F-BBCF4908535F}"/>
              </a:ext>
            </a:extLst>
          </p:cNvPr>
          <p:cNvCxnSpPr>
            <a:cxnSpLocks/>
          </p:cNvCxnSpPr>
          <p:nvPr/>
        </p:nvCxnSpPr>
        <p:spPr>
          <a:xfrm flipV="1">
            <a:off x="5431378" y="446778"/>
            <a:ext cx="0" cy="1455192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EC779AA1-4F10-9FF8-BE72-5F67DD233154}"/>
              </a:ext>
            </a:extLst>
          </p:cNvPr>
          <p:cNvCxnSpPr>
            <a:cxnSpLocks/>
          </p:cNvCxnSpPr>
          <p:nvPr/>
        </p:nvCxnSpPr>
        <p:spPr>
          <a:xfrm flipH="1" flipV="1">
            <a:off x="5412711" y="732616"/>
            <a:ext cx="262191" cy="6915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488CBADF-97C4-E43F-335D-40920365BBB2}"/>
              </a:ext>
            </a:extLst>
          </p:cNvPr>
          <p:cNvCxnSpPr>
            <a:cxnSpLocks/>
          </p:cNvCxnSpPr>
          <p:nvPr/>
        </p:nvCxnSpPr>
        <p:spPr>
          <a:xfrm flipH="1">
            <a:off x="5891091" y="739531"/>
            <a:ext cx="207781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75832DD2-9EDC-3C60-8E69-3659DA4BDE80}"/>
              </a:ext>
            </a:extLst>
          </p:cNvPr>
          <p:cNvCxnSpPr>
            <a:cxnSpLocks/>
          </p:cNvCxnSpPr>
          <p:nvPr/>
        </p:nvCxnSpPr>
        <p:spPr>
          <a:xfrm flipV="1">
            <a:off x="8752051" y="400050"/>
            <a:ext cx="0" cy="2277548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04DC6DE2-1550-A188-13C3-455F43C164CA}"/>
              </a:ext>
            </a:extLst>
          </p:cNvPr>
          <p:cNvCxnSpPr>
            <a:cxnSpLocks/>
          </p:cNvCxnSpPr>
          <p:nvPr/>
        </p:nvCxnSpPr>
        <p:spPr>
          <a:xfrm flipH="1">
            <a:off x="7968901" y="739531"/>
            <a:ext cx="769592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F20BA457-BA0D-EC7F-84A8-ED1FD27737E2}"/>
              </a:ext>
            </a:extLst>
          </p:cNvPr>
          <p:cNvSpPr txBox="1"/>
          <p:nvPr/>
        </p:nvSpPr>
        <p:spPr>
          <a:xfrm>
            <a:off x="5410029" y="407239"/>
            <a:ext cx="341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I</a:t>
            </a:r>
            <a:endParaRPr lang="ja-JP" altLang="en-US" sz="1400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EDCE32D6-8C64-E569-131D-0B954EEA5C4B}"/>
              </a:ext>
            </a:extLst>
          </p:cNvPr>
          <p:cNvSpPr txBox="1"/>
          <p:nvPr/>
        </p:nvSpPr>
        <p:spPr>
          <a:xfrm>
            <a:off x="6855594" y="447756"/>
            <a:ext cx="341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J</a:t>
            </a:r>
            <a:endParaRPr lang="ja-JP" altLang="en-US" sz="1400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5F507E8-507F-6019-ACB0-735D2BFD5CE7}"/>
              </a:ext>
            </a:extLst>
          </p:cNvPr>
          <p:cNvSpPr txBox="1"/>
          <p:nvPr/>
        </p:nvSpPr>
        <p:spPr>
          <a:xfrm>
            <a:off x="8229667" y="415902"/>
            <a:ext cx="341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K</a:t>
            </a:r>
            <a:endParaRPr lang="ja-JP" altLang="en-US" sz="1400" dirty="0"/>
          </a:p>
        </p:txBody>
      </p: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49F49-3678-21D1-6A46-524AA52AF33D}"/>
              </a:ext>
            </a:extLst>
          </p:cNvPr>
          <p:cNvCxnSpPr>
            <a:cxnSpLocks/>
          </p:cNvCxnSpPr>
          <p:nvPr/>
        </p:nvCxnSpPr>
        <p:spPr>
          <a:xfrm>
            <a:off x="3355985" y="2677598"/>
            <a:ext cx="254425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41F842E3-36B6-776E-7405-B5B7C8E59803}"/>
              </a:ext>
            </a:extLst>
          </p:cNvPr>
          <p:cNvCxnSpPr>
            <a:cxnSpLocks/>
          </p:cNvCxnSpPr>
          <p:nvPr/>
        </p:nvCxnSpPr>
        <p:spPr>
          <a:xfrm>
            <a:off x="5907741" y="2677598"/>
            <a:ext cx="2830752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00E48D5B-53DF-17FA-C207-5BDA41D16DCF}"/>
              </a:ext>
            </a:extLst>
          </p:cNvPr>
          <p:cNvSpPr txBox="1"/>
          <p:nvPr/>
        </p:nvSpPr>
        <p:spPr>
          <a:xfrm>
            <a:off x="4033145" y="2685008"/>
            <a:ext cx="1540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有効ロッド長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FF745317-87C2-70DB-B77E-C5D1ACBAEADE}"/>
              </a:ext>
            </a:extLst>
          </p:cNvPr>
          <p:cNvSpPr txBox="1"/>
          <p:nvPr/>
        </p:nvSpPr>
        <p:spPr>
          <a:xfrm>
            <a:off x="6813521" y="2688236"/>
            <a:ext cx="1540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有効シリンダ長</a:t>
            </a:r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949ABD14-850E-3A32-1159-41D73A81FD28}"/>
              </a:ext>
            </a:extLst>
          </p:cNvPr>
          <p:cNvCxnSpPr>
            <a:cxnSpLocks/>
          </p:cNvCxnSpPr>
          <p:nvPr/>
        </p:nvCxnSpPr>
        <p:spPr>
          <a:xfrm flipH="1" flipV="1">
            <a:off x="5878557" y="3853543"/>
            <a:ext cx="21270" cy="1732457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FB2CF166-893A-2F03-E7A7-EF784544AD70}"/>
              </a:ext>
            </a:extLst>
          </p:cNvPr>
          <p:cNvCxnSpPr>
            <a:cxnSpLocks/>
          </p:cNvCxnSpPr>
          <p:nvPr/>
        </p:nvCxnSpPr>
        <p:spPr>
          <a:xfrm flipH="1" flipV="1">
            <a:off x="8789170" y="3918857"/>
            <a:ext cx="11928" cy="1691053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non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E4E5094C-7776-4478-3F6E-48849F1BD419}"/>
              </a:ext>
            </a:extLst>
          </p:cNvPr>
          <p:cNvCxnSpPr>
            <a:cxnSpLocks/>
          </p:cNvCxnSpPr>
          <p:nvPr/>
        </p:nvCxnSpPr>
        <p:spPr>
          <a:xfrm>
            <a:off x="5929952" y="4181505"/>
            <a:ext cx="2822099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E34A6F2-C574-4B4F-CBCD-CC226FF1EA52}"/>
              </a:ext>
            </a:extLst>
          </p:cNvPr>
          <p:cNvSpPr txBox="1"/>
          <p:nvPr/>
        </p:nvSpPr>
        <p:spPr>
          <a:xfrm>
            <a:off x="5625310" y="5800359"/>
            <a:ext cx="1540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有効ロッド長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18BDC05D-D0D1-70A3-46B1-9D5B9D7F5E31}"/>
              </a:ext>
            </a:extLst>
          </p:cNvPr>
          <p:cNvSpPr txBox="1"/>
          <p:nvPr/>
        </p:nvSpPr>
        <p:spPr>
          <a:xfrm>
            <a:off x="6565638" y="3865185"/>
            <a:ext cx="1540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有効シリンダ長</a:t>
            </a:r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2726D2FE-742C-4585-9689-27FA29C34B23}"/>
              </a:ext>
            </a:extLst>
          </p:cNvPr>
          <p:cNvCxnSpPr>
            <a:cxnSpLocks/>
          </p:cNvCxnSpPr>
          <p:nvPr/>
        </p:nvCxnSpPr>
        <p:spPr>
          <a:xfrm>
            <a:off x="5868306" y="4971327"/>
            <a:ext cx="1638264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870CE05-CF3D-AD66-CEB7-F2B5EFDAD949}"/>
              </a:ext>
            </a:extLst>
          </p:cNvPr>
          <p:cNvSpPr txBox="1"/>
          <p:nvPr/>
        </p:nvSpPr>
        <p:spPr>
          <a:xfrm>
            <a:off x="6460289" y="4722565"/>
            <a:ext cx="24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</a:t>
            </a:r>
            <a:endParaRPr lang="ja-JP" altLang="en-US" sz="1400" dirty="0"/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05C8E5C2-75D7-D84F-FA10-FEC55DA3EF02}"/>
              </a:ext>
            </a:extLst>
          </p:cNvPr>
          <p:cNvCxnSpPr>
            <a:cxnSpLocks/>
          </p:cNvCxnSpPr>
          <p:nvPr/>
        </p:nvCxnSpPr>
        <p:spPr>
          <a:xfrm>
            <a:off x="4933108" y="4181505"/>
            <a:ext cx="91038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22194283-3016-8680-2E98-5CE8BFA06A74}"/>
              </a:ext>
            </a:extLst>
          </p:cNvPr>
          <p:cNvSpPr txBox="1"/>
          <p:nvPr/>
        </p:nvSpPr>
        <p:spPr>
          <a:xfrm>
            <a:off x="4926737" y="3841623"/>
            <a:ext cx="1540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C+D+I+F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88380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t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lg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125</Words>
  <Application>Microsoft Office PowerPoint</Application>
  <PresentationFormat>画面に合わせる (4:3)</PresentationFormat>
  <Paragraphs>66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2020-12-14T01:20:13Z</dcterms:created>
  <dcterms:modified xsi:type="dcterms:W3CDTF">2025-05-15T01:12:26Z</dcterms:modified>
</cp:coreProperties>
</file>